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E243-EB42-3365-F11A-DBB20F4B9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F4EB8-A704-00AD-4BED-7BED8EB47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07102-2C27-C7FC-2B2D-A3BD7EAA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C3C76-330A-452F-2126-0D6C25C4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6F310-64EE-AF68-D3FB-F99B8AEC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9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3E58-AF66-7BA5-486D-0321C383C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7AAB5-9CA4-5260-AAFF-01DE1F3D8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B6EB-819E-1F30-9422-9F333E8D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1D386-411A-0108-2140-F7B99480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4D5C6-A6BF-FAAC-8258-A67CE621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6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2B5D-3A8E-6294-0555-EC2ED699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372FD-442B-5800-91E6-EF1748E9B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37359-0106-F4BE-2043-2FA3E21B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2BFE-9ED1-8475-5B1F-E20D4B25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00228-4C42-ECCB-2135-A42844B6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5AE7-83D2-B9F7-2515-8B23715D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5AB94-BBC1-2330-15C1-D5602C33D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5CB61-B03F-AD52-4BBE-B95C92000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41ACC-C6C6-33FB-5A1B-484357979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940BE-C4E8-58B1-C7F9-B5A0F877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B21BB-8A7C-A967-A937-232D951B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3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3322-400C-A184-C73F-9EC70708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E7922-25DC-13CA-BA75-976969DDE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7AD46-8E0B-346D-E757-3D6E056F4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627602-9496-F11D-ABB7-57AD3AF6E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631181-B232-B349-5620-C40FA1B67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F752C-4B1D-0330-6C80-983D2F08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DBBB6-9078-31B5-B403-0796D8E2E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863526-8150-68DE-180F-3170436D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2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EA7D0-89CE-0DBA-2924-A4000EA0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656A5-D2EA-D22D-1FEA-484CE70F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A17E58-DF69-9281-597D-E5370A0BF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65BAA-5D5F-AC8D-322C-3D8F4C33E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3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4B184-C368-AB2A-1614-CBD82EA2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6DEC0-1C7C-A517-EFCE-5D59B8EDF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25614-0DFD-FF7B-2766-059B37B89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7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92BA-C2C8-97C3-F1B9-D55085CC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E2A13-91C0-21F2-3DE3-AFE3A2E86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13DB4-9AA6-BBEE-F86B-1B71466FF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00C06-3980-631B-FE15-B5C761F0A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CF4B3-4DB2-D8AF-D329-9584D762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C38E8-12A9-5CA1-E573-A0F64661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4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2BFC-9391-8F18-2AA8-55DD2F7D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FB92F-E4F5-1BE7-ACB4-CBA6C7F1B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00729-4F89-7A73-B6CA-09E81F9C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68398-5291-784F-CFA2-59948F32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E31D7-4F71-2E2B-D457-D55DF03E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8D433-8ADB-ECEC-9FD3-7C941DC0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F25A-7304-16CF-CD9D-414765E6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0FFB9-112E-5634-B5E8-7BC4F4282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C784D-F969-D333-5864-60FA0C37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979DA-D8CF-E5B4-39C0-7D4B7CA3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1AFC7-2872-2F97-FF8B-5787D347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7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DD6564-EBA6-2774-7D1E-C9697D062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4DE10-F009-CBF5-A3E3-832B9AD5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A645C-BECB-F651-665D-BBD329EAC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BB8B9-7249-6F37-1863-417D26D3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63BA-2DAA-BAFC-C52A-0AA06980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7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163B6-376B-F873-09C4-9CC7D3A3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F724B-FAB4-F230-2F09-140684C8D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B6806-9594-461D-30B3-0AE425138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F87F1-20BE-42E4-A1AE-CA751293DE5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B4BAC-23EA-68C6-C93B-0A52A90DA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5395B-4BA6-D356-CE66-E6890A137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7AD60-15DC-4BD8-82DC-26404D5B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8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AD655-24F0-15EF-2429-E46C23BF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785A9BB-D69A-63EE-E596-E159C542D712}"/>
              </a:ext>
            </a:extLst>
          </p:cNvPr>
          <p:cNvSpPr/>
          <p:nvPr/>
        </p:nvSpPr>
        <p:spPr>
          <a:xfrm>
            <a:off x="938151" y="1104405"/>
            <a:ext cx="1995054" cy="90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扫描文件夹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4D3032-DE51-CF6C-2CD1-EC44502BF3BC}"/>
              </a:ext>
            </a:extLst>
          </p:cNvPr>
          <p:cNvSpPr/>
          <p:nvPr/>
        </p:nvSpPr>
        <p:spPr>
          <a:xfrm>
            <a:off x="4714503" y="1104404"/>
            <a:ext cx="1995054" cy="90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更新</a:t>
            </a:r>
            <a:r>
              <a:rPr lang="en-US" altLang="zh-CN" dirty="0"/>
              <a:t>PDF/TXT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825F44-B671-DCB8-6493-E0889A8CA17A}"/>
              </a:ext>
            </a:extLst>
          </p:cNvPr>
          <p:cNvSpPr/>
          <p:nvPr/>
        </p:nvSpPr>
        <p:spPr>
          <a:xfrm>
            <a:off x="8526483" y="1104405"/>
            <a:ext cx="1995054" cy="902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文本分块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BF3ED3-35C7-8AD6-0A6D-3E61E577B339}"/>
              </a:ext>
            </a:extLst>
          </p:cNvPr>
          <p:cNvSpPr/>
          <p:nvPr/>
        </p:nvSpPr>
        <p:spPr>
          <a:xfrm>
            <a:off x="938151" y="3282535"/>
            <a:ext cx="1995054" cy="90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使用</a:t>
            </a:r>
            <a:r>
              <a:rPr lang="en-US" altLang="zh-CN" dirty="0" err="1"/>
              <a:t>json</a:t>
            </a:r>
            <a:r>
              <a:rPr lang="zh-CN" altLang="en-US" dirty="0"/>
              <a:t>记录文件库信息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9AF769-FAF4-6D97-5515-D3C340D15865}"/>
              </a:ext>
            </a:extLst>
          </p:cNvPr>
          <p:cNvSpPr/>
          <p:nvPr/>
        </p:nvSpPr>
        <p:spPr>
          <a:xfrm>
            <a:off x="4662056" y="3282536"/>
            <a:ext cx="1995054" cy="90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存入</a:t>
            </a:r>
            <a:r>
              <a:rPr lang="en-US" altLang="zh-CN" dirty="0"/>
              <a:t>chroma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674E68-C038-53B0-ABBF-DF27288CC5A5}"/>
              </a:ext>
            </a:extLst>
          </p:cNvPr>
          <p:cNvSpPr/>
          <p:nvPr/>
        </p:nvSpPr>
        <p:spPr>
          <a:xfrm>
            <a:off x="8526483" y="3282537"/>
            <a:ext cx="1995054" cy="90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嵌入向量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A4D7015-D72A-FAE5-3575-3BC32A686749}"/>
              </a:ext>
            </a:extLst>
          </p:cNvPr>
          <p:cNvCxnSpPr>
            <a:stCxn id="16" idx="3"/>
            <a:endCxn id="19" idx="1"/>
          </p:cNvCxnSpPr>
          <p:nvPr/>
        </p:nvCxnSpPr>
        <p:spPr>
          <a:xfrm flipV="1">
            <a:off x="2933205" y="1555667"/>
            <a:ext cx="178129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D6CC5A-7DE8-7D56-33ED-F22AA6C87B76}"/>
              </a:ext>
            </a:extLst>
          </p:cNvPr>
          <p:cNvCxnSpPr/>
          <p:nvPr/>
        </p:nvCxnSpPr>
        <p:spPr>
          <a:xfrm flipV="1">
            <a:off x="6727371" y="1555666"/>
            <a:ext cx="178129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399563-19A0-5B33-CF98-F81CDF3D2F5C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6657110" y="3733798"/>
            <a:ext cx="183275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455010-39F1-7D6B-43EB-FA88B7461ED5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524010" y="2006929"/>
            <a:ext cx="0" cy="1275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B5176E-EE0B-75A4-791F-01198D276B2F}"/>
              </a:ext>
            </a:extLst>
          </p:cNvPr>
          <p:cNvCxnSpPr>
            <a:cxnSpLocks/>
          </p:cNvCxnSpPr>
          <p:nvPr/>
        </p:nvCxnSpPr>
        <p:spPr>
          <a:xfrm flipH="1">
            <a:off x="2933699" y="3733796"/>
            <a:ext cx="183275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053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7619719-04BB-0304-C0A4-A0BBC1BBC586}"/>
              </a:ext>
            </a:extLst>
          </p:cNvPr>
          <p:cNvSpPr/>
          <p:nvPr/>
        </p:nvSpPr>
        <p:spPr>
          <a:xfrm>
            <a:off x="938151" y="1104405"/>
            <a:ext cx="1995054" cy="90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用户查询输入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48C773-65D6-CB69-2FFF-0DA83539A5EB}"/>
              </a:ext>
            </a:extLst>
          </p:cNvPr>
          <p:cNvSpPr/>
          <p:nvPr/>
        </p:nvSpPr>
        <p:spPr>
          <a:xfrm>
            <a:off x="4714503" y="1104404"/>
            <a:ext cx="1995054" cy="90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查询理解（抽取关键词）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D19112-6537-EB71-AA7E-D1BC3C8E7FBB}"/>
              </a:ext>
            </a:extLst>
          </p:cNvPr>
          <p:cNvSpPr/>
          <p:nvPr/>
        </p:nvSpPr>
        <p:spPr>
          <a:xfrm>
            <a:off x="8526483" y="1104405"/>
            <a:ext cx="1995054" cy="902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Chroma</a:t>
            </a:r>
            <a:r>
              <a:rPr lang="zh-CN" altLang="en-US" dirty="0"/>
              <a:t>向量搜索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AC3347-0B54-436B-50B3-8588E8320F1E}"/>
              </a:ext>
            </a:extLst>
          </p:cNvPr>
          <p:cNvSpPr/>
          <p:nvPr/>
        </p:nvSpPr>
        <p:spPr>
          <a:xfrm>
            <a:off x="938151" y="3282535"/>
            <a:ext cx="1995054" cy="90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返回结果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2AA2D3-5567-8EBC-17FC-57D9BC8EEFEC}"/>
              </a:ext>
            </a:extLst>
          </p:cNvPr>
          <p:cNvSpPr/>
          <p:nvPr/>
        </p:nvSpPr>
        <p:spPr>
          <a:xfrm>
            <a:off x="4662056" y="3282536"/>
            <a:ext cx="1995054" cy="90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LLM</a:t>
            </a:r>
            <a:r>
              <a:rPr lang="zh-CN" altLang="en-US" dirty="0"/>
              <a:t>生成回答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EECA45-1625-21B9-4A28-BD3C6FA375C4}"/>
              </a:ext>
            </a:extLst>
          </p:cNvPr>
          <p:cNvSpPr/>
          <p:nvPr/>
        </p:nvSpPr>
        <p:spPr>
          <a:xfrm>
            <a:off x="8526483" y="3282537"/>
            <a:ext cx="1995054" cy="90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LLM</a:t>
            </a:r>
            <a:r>
              <a:rPr lang="zh-CN" altLang="en-US" dirty="0"/>
              <a:t>重排序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A0F789-2D1C-67C4-AFDA-9B4F7B53DC11}"/>
              </a:ext>
            </a:extLst>
          </p:cNvPr>
          <p:cNvCxnSpPr>
            <a:stCxn id="16" idx="3"/>
            <a:endCxn id="19" idx="1"/>
          </p:cNvCxnSpPr>
          <p:nvPr/>
        </p:nvCxnSpPr>
        <p:spPr>
          <a:xfrm flipV="1">
            <a:off x="2933205" y="1555667"/>
            <a:ext cx="178129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4408CB-7E1A-647B-05C2-92A860657912}"/>
              </a:ext>
            </a:extLst>
          </p:cNvPr>
          <p:cNvCxnSpPr/>
          <p:nvPr/>
        </p:nvCxnSpPr>
        <p:spPr>
          <a:xfrm flipV="1">
            <a:off x="6727371" y="1555666"/>
            <a:ext cx="178129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F1C88DA-ECEE-6C5C-ADA5-C04F4EFA50F1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6657110" y="3733798"/>
            <a:ext cx="183275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DE9D74B-E8B2-06A1-6E16-667B0F5566E4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524010" y="2006929"/>
            <a:ext cx="0" cy="1275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2AA077B-D1B6-AEAF-91BD-DE5F58D448D7}"/>
              </a:ext>
            </a:extLst>
          </p:cNvPr>
          <p:cNvCxnSpPr>
            <a:cxnSpLocks/>
          </p:cNvCxnSpPr>
          <p:nvPr/>
        </p:nvCxnSpPr>
        <p:spPr>
          <a:xfrm flipH="1">
            <a:off x="2933699" y="3733796"/>
            <a:ext cx="183275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80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</TotalTime>
  <Words>66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Wenduo Zhang</dc:creator>
  <cp:lastModifiedBy>Wenduo Zhang</cp:lastModifiedBy>
  <cp:revision>2</cp:revision>
  <dcterms:created xsi:type="dcterms:W3CDTF">2025-07-10T06:20:51Z</dcterms:created>
  <dcterms:modified xsi:type="dcterms:W3CDTF">2025-07-12T11:48:43Z</dcterms:modified>
</cp:coreProperties>
</file>