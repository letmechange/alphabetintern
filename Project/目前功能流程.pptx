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81" d="100"/>
          <a:sy n="81" d="100"/>
        </p:scale>
        <p:origin x="114" y="15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2E243-EB42-3365-F11A-DBB20F4B95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F4EB8-A704-00AD-4BED-7BED8EB479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07102-2C27-C7FC-2B2D-A3BD7EAAC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C3C76-330A-452F-2126-0D6C25C4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6F310-64EE-AF68-D3FB-F99B8AECC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398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3E58-AF66-7BA5-486D-0321C383C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7AAB5-9CA4-5260-AAFF-01DE1F3D8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3B6EB-819E-1F30-9422-9F333E8D7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1D386-411A-0108-2140-F7B994804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4D5C6-A6BF-FAAC-8258-A67CE6214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269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C2B5D-3A8E-6294-0555-EC2ED699A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6372FD-442B-5800-91E6-EF1748E9B2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D37359-0106-F4BE-2043-2FA3E21B7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12BFE-9ED1-8475-5B1F-E20D4B25C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700228-4C42-ECCB-2135-A42844B61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74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35AE7-83D2-B9F7-2515-8B23715D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5AB94-BBC1-2330-15C1-D5602C33D0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75CB61-B03F-AD52-4BBE-B95C92000D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A41ACC-C6C6-33FB-5A1B-484357979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0940BE-C4E8-58B1-C7F9-B5A0F8774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B21BB-8A7C-A967-A937-232D951B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938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3322-400C-A184-C73F-9EC70708E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FE7922-25DC-13CA-BA75-976969DDE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17AD46-8E0B-346D-E757-3D6E056F4C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627602-9496-F11D-ABB7-57AD3AF6ED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631181-B232-B349-5620-C40FA1B67A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0F752C-4B1D-0330-6C80-983D2F086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5DBBB6-9078-31B5-B403-0796D8E2E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863526-8150-68DE-180F-3170436DD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320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EA7D0-89CE-0DBA-2924-A4000EA05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0656A5-D2EA-D22D-1FEA-484CE70F2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A17E58-DF69-9281-597D-E5370A0BF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65BAA-5D5F-AC8D-322C-3D8F4C33E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13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64B184-C368-AB2A-1614-CBD82EA27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16DEC0-1C7C-A517-EFCE-5D59B8EDF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425614-0DFD-FF7B-2766-059B37B89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671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692BA-C2C8-97C3-F1B9-D55085CC1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E2A13-91C0-21F2-3DE3-AFE3A2E86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B13DB4-9AA6-BBEE-F86B-1B71466FF6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900C06-3980-631B-FE15-B5C761F0A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ACF4B3-4DB2-D8AF-D329-9584D762C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C38E8-12A9-5CA1-E573-A0F646611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5442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F2BFC-9391-8F18-2AA8-55DD2F7D4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0FB92F-E4F5-1BE7-ACB4-CBA6C7F1BA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200729-4F89-7A73-B6CA-09E81F9C6E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F68398-5291-784F-CFA2-59948F322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E31D7-4F71-2E2B-D457-D55DF03E6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48D433-8ADB-ECEC-9FD3-7C941DC09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51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8F25A-7304-16CF-CD9D-414765E60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00FFB9-112E-5634-B5E8-7BC4F4282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C784D-F969-D333-5864-60FA0C37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979DA-D8CF-E5B4-39C0-7D4B7CA3E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1AFC7-2872-2F97-FF8B-5787D3475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071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DD6564-EBA6-2774-7D1E-C9697D0622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D4DE10-F009-CBF5-A3E3-832B9AD5C7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4A645C-BECB-F651-665D-BBD329EAC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3BB8B9-7249-6F37-1863-417D26D3F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163BA-2DAA-BAFC-C52A-0AA06980F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1795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D163B6-376B-F873-09C4-9CC7D3A3E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F724B-FAB4-F230-2F09-140684C8D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B6806-9594-461D-30B3-0AE425138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6F87F1-20BE-42E4-A1AE-CA751293DE56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B4BAC-23EA-68C6-C93B-0A52A90DA8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5395B-4BA6-D356-CE66-E6890A137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87AD60-15DC-4BD8-82DC-26404D5B28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686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7619719-04BB-0304-C0A4-A0BBC1BBC586}"/>
              </a:ext>
            </a:extLst>
          </p:cNvPr>
          <p:cNvSpPr/>
          <p:nvPr/>
        </p:nvSpPr>
        <p:spPr>
          <a:xfrm>
            <a:off x="938151" y="1104405"/>
            <a:ext cx="1995054" cy="902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用户查询输入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048C773-65D6-CB69-2FFF-0DA83539A5EB}"/>
              </a:ext>
            </a:extLst>
          </p:cNvPr>
          <p:cNvSpPr/>
          <p:nvPr/>
        </p:nvSpPr>
        <p:spPr>
          <a:xfrm>
            <a:off x="4714503" y="1104404"/>
            <a:ext cx="1995054" cy="902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查询理解（抽取关键词）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ED19112-6537-EB71-AA7E-D1BC3C8E7FBB}"/>
              </a:ext>
            </a:extLst>
          </p:cNvPr>
          <p:cNvSpPr/>
          <p:nvPr/>
        </p:nvSpPr>
        <p:spPr>
          <a:xfrm>
            <a:off x="8526483" y="1104405"/>
            <a:ext cx="1995054" cy="9025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Chroma</a:t>
            </a:r>
            <a:r>
              <a:rPr lang="zh-CN" altLang="en-US" dirty="0"/>
              <a:t>向量搜索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4AC3347-0B54-436B-50B3-8588E8320F1E}"/>
              </a:ext>
            </a:extLst>
          </p:cNvPr>
          <p:cNvSpPr/>
          <p:nvPr/>
        </p:nvSpPr>
        <p:spPr>
          <a:xfrm>
            <a:off x="938151" y="3282535"/>
            <a:ext cx="1995054" cy="902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返回结果</a:t>
            </a:r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42AA2D3-5567-8EBC-17FC-57D9BC8EEFEC}"/>
              </a:ext>
            </a:extLst>
          </p:cNvPr>
          <p:cNvSpPr/>
          <p:nvPr/>
        </p:nvSpPr>
        <p:spPr>
          <a:xfrm>
            <a:off x="4662056" y="3282536"/>
            <a:ext cx="1995054" cy="902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LLM</a:t>
            </a:r>
            <a:r>
              <a:rPr lang="zh-CN" altLang="en-US" dirty="0"/>
              <a:t>生成回答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6EECA45-1625-21B9-4A28-BD3C6FA375C4}"/>
              </a:ext>
            </a:extLst>
          </p:cNvPr>
          <p:cNvSpPr/>
          <p:nvPr/>
        </p:nvSpPr>
        <p:spPr>
          <a:xfrm>
            <a:off x="8526483" y="3282537"/>
            <a:ext cx="1995054" cy="902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LLM</a:t>
            </a:r>
            <a:r>
              <a:rPr lang="zh-CN" altLang="en-US" dirty="0"/>
              <a:t>重排序</a:t>
            </a:r>
            <a:endParaRPr lang="en-US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9A0F789-2D1C-67C4-AFDA-9B4F7B53DC11}"/>
              </a:ext>
            </a:extLst>
          </p:cNvPr>
          <p:cNvCxnSpPr>
            <a:stCxn id="16" idx="3"/>
            <a:endCxn id="19" idx="1"/>
          </p:cNvCxnSpPr>
          <p:nvPr/>
        </p:nvCxnSpPr>
        <p:spPr>
          <a:xfrm flipV="1">
            <a:off x="2933205" y="1555667"/>
            <a:ext cx="178129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4408CB-7E1A-647B-05C2-92A860657912}"/>
              </a:ext>
            </a:extLst>
          </p:cNvPr>
          <p:cNvCxnSpPr/>
          <p:nvPr/>
        </p:nvCxnSpPr>
        <p:spPr>
          <a:xfrm flipV="1">
            <a:off x="6727371" y="1555666"/>
            <a:ext cx="178129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F1C88DA-ECEE-6C5C-ADA5-C04F4EFA50F1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6657110" y="3733798"/>
            <a:ext cx="183275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E9D74B-E8B2-06A1-6E16-667B0F5566E4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9524010" y="2006929"/>
            <a:ext cx="0" cy="12756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2AA077B-D1B6-AEAF-91BD-DE5F58D448D7}"/>
              </a:ext>
            </a:extLst>
          </p:cNvPr>
          <p:cNvCxnSpPr>
            <a:cxnSpLocks/>
          </p:cNvCxnSpPr>
          <p:nvPr/>
        </p:nvCxnSpPr>
        <p:spPr>
          <a:xfrm flipH="1">
            <a:off x="2933699" y="3733796"/>
            <a:ext cx="183275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5808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AD655-24F0-15EF-2429-E46C23BF2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785A9BB-D69A-63EE-E596-E159C542D712}"/>
              </a:ext>
            </a:extLst>
          </p:cNvPr>
          <p:cNvSpPr/>
          <p:nvPr/>
        </p:nvSpPr>
        <p:spPr>
          <a:xfrm>
            <a:off x="938151" y="1104405"/>
            <a:ext cx="1995054" cy="902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扫描文件夹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4D3032-DE51-CF6C-2CD1-EC44502BF3BC}"/>
              </a:ext>
            </a:extLst>
          </p:cNvPr>
          <p:cNvSpPr/>
          <p:nvPr/>
        </p:nvSpPr>
        <p:spPr>
          <a:xfrm>
            <a:off x="4714503" y="1104404"/>
            <a:ext cx="1995054" cy="902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更新</a:t>
            </a:r>
            <a:r>
              <a:rPr lang="en-US" altLang="zh-CN" dirty="0"/>
              <a:t>PDF/TXT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825F44-B671-DCB8-6493-E0889A8CA17A}"/>
              </a:ext>
            </a:extLst>
          </p:cNvPr>
          <p:cNvSpPr/>
          <p:nvPr/>
        </p:nvSpPr>
        <p:spPr>
          <a:xfrm>
            <a:off x="8526483" y="1104405"/>
            <a:ext cx="1995054" cy="9025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文本分块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BF3ED3-35C7-8AD6-0A6D-3E61E577B339}"/>
              </a:ext>
            </a:extLst>
          </p:cNvPr>
          <p:cNvSpPr/>
          <p:nvPr/>
        </p:nvSpPr>
        <p:spPr>
          <a:xfrm>
            <a:off x="938151" y="3282535"/>
            <a:ext cx="1995054" cy="902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使用</a:t>
            </a:r>
            <a:r>
              <a:rPr lang="en-US" altLang="zh-CN" dirty="0" err="1"/>
              <a:t>json</a:t>
            </a:r>
            <a:r>
              <a:rPr lang="zh-CN" altLang="en-US" dirty="0"/>
              <a:t>记录文件库信息</a:t>
            </a:r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9AF769-FAF4-6D97-5515-D3C340D15865}"/>
              </a:ext>
            </a:extLst>
          </p:cNvPr>
          <p:cNvSpPr/>
          <p:nvPr/>
        </p:nvSpPr>
        <p:spPr>
          <a:xfrm>
            <a:off x="4662056" y="3282536"/>
            <a:ext cx="1995054" cy="902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存入</a:t>
            </a:r>
            <a:r>
              <a:rPr lang="en-US" altLang="zh-CN" dirty="0"/>
              <a:t>chroma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0674E68-C038-53B0-ABBF-DF27288CC5A5}"/>
              </a:ext>
            </a:extLst>
          </p:cNvPr>
          <p:cNvSpPr/>
          <p:nvPr/>
        </p:nvSpPr>
        <p:spPr>
          <a:xfrm>
            <a:off x="8526483" y="3282537"/>
            <a:ext cx="1995054" cy="902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嵌入向量</a:t>
            </a:r>
            <a:endParaRPr lang="en-US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A4D7015-D72A-FAE5-3575-3BC32A686749}"/>
              </a:ext>
            </a:extLst>
          </p:cNvPr>
          <p:cNvCxnSpPr>
            <a:stCxn id="16" idx="3"/>
            <a:endCxn id="19" idx="1"/>
          </p:cNvCxnSpPr>
          <p:nvPr/>
        </p:nvCxnSpPr>
        <p:spPr>
          <a:xfrm flipV="1">
            <a:off x="2933205" y="1555667"/>
            <a:ext cx="178129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ED6CC5A-7DE8-7D56-33ED-F22AA6C87B76}"/>
              </a:ext>
            </a:extLst>
          </p:cNvPr>
          <p:cNvCxnSpPr/>
          <p:nvPr/>
        </p:nvCxnSpPr>
        <p:spPr>
          <a:xfrm flipV="1">
            <a:off x="6727371" y="1555666"/>
            <a:ext cx="178129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399563-19A0-5B33-CF98-F81CDF3D2F5C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6657110" y="3733798"/>
            <a:ext cx="183275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7455010-39F1-7D6B-43EB-FA88B7461ED5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9524010" y="2006929"/>
            <a:ext cx="0" cy="12756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DB5176E-EE0B-75A4-791F-01198D276B2F}"/>
              </a:ext>
            </a:extLst>
          </p:cNvPr>
          <p:cNvCxnSpPr>
            <a:cxnSpLocks/>
          </p:cNvCxnSpPr>
          <p:nvPr/>
        </p:nvCxnSpPr>
        <p:spPr>
          <a:xfrm flipH="1">
            <a:off x="2933699" y="3733796"/>
            <a:ext cx="183275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053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66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Wenduo Zhang</dc:creator>
  <cp:lastModifiedBy>Wenduo Zhang</cp:lastModifiedBy>
  <cp:revision>1</cp:revision>
  <dcterms:created xsi:type="dcterms:W3CDTF">2025-07-10T06:20:51Z</dcterms:created>
  <dcterms:modified xsi:type="dcterms:W3CDTF">2025-07-10T06:40:32Z</dcterms:modified>
</cp:coreProperties>
</file>